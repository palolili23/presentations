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4" r:id="rId3"/>
    <p:sldId id="263" r:id="rId4"/>
    <p:sldId id="265" r:id="rId5"/>
    <p:sldId id="261" r:id="rId6"/>
  </p:sldIdLst>
  <p:sldSz cx="82296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9" autoAdjust="0"/>
    <p:restoredTop sz="94660"/>
  </p:normalViewPr>
  <p:slideViewPr>
    <p:cSldViewPr snapToGrid="0">
      <p:cViewPr varScale="1">
        <p:scale>
          <a:sx n="180" d="100"/>
          <a:sy n="180" d="100"/>
        </p:scale>
        <p:origin x="208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448945"/>
            <a:ext cx="61722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1440815"/>
            <a:ext cx="61722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3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14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683895"/>
            <a:ext cx="709803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1835785"/>
            <a:ext cx="709803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8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730250"/>
            <a:ext cx="349758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730250"/>
            <a:ext cx="349758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146050"/>
            <a:ext cx="709803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7" y="672465"/>
            <a:ext cx="348150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7" y="1002030"/>
            <a:ext cx="348150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672465"/>
            <a:ext cx="3498652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1002030"/>
            <a:ext cx="349865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0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5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9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182880"/>
            <a:ext cx="265426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394970"/>
            <a:ext cx="4166235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822960"/>
            <a:ext cx="265426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7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182880"/>
            <a:ext cx="265426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394970"/>
            <a:ext cx="4166235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822960"/>
            <a:ext cx="265426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9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3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7" y="146050"/>
            <a:ext cx="1774508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146050"/>
            <a:ext cx="5220653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3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146050"/>
            <a:ext cx="709803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730250"/>
            <a:ext cx="709803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2542540"/>
            <a:ext cx="18516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AF42C-B26B-4C32-A5AB-A04DBFD71CC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2542540"/>
            <a:ext cx="277749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2542540"/>
            <a:ext cx="18516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6EA9E-1AD0-4013-96B9-D6E78321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3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89A1E-8054-370A-7BF2-95070FCD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338EFE-9AB5-3B51-0522-6A73BD3D3173}"/>
              </a:ext>
            </a:extLst>
          </p:cNvPr>
          <p:cNvSpPr txBox="1"/>
          <p:nvPr/>
        </p:nvSpPr>
        <p:spPr>
          <a:xfrm>
            <a:off x="15990" y="667390"/>
            <a:ext cx="175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3200" dirty="0" err="1">
                <a:latin typeface="Arial" panose="020B0604020202020204" pitchFamily="34" charset="0"/>
                <a:cs typeface="Arial" panose="020B0604020202020204" pitchFamily="34" charset="0"/>
              </a:rPr>
              <a:t>Stroke</a:t>
            </a:r>
            <a:r>
              <a:rPr lang="es-BO" sz="3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C9BA7-10E8-5803-15C9-48FE8E42A4D7}"/>
              </a:ext>
            </a:extLst>
          </p:cNvPr>
          <p:cNvSpPr txBox="1"/>
          <p:nvPr/>
        </p:nvSpPr>
        <p:spPr>
          <a:xfrm>
            <a:off x="2463791" y="687852"/>
            <a:ext cx="2258103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Death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EA71B-4877-ED16-B0C9-8279D4330BAB}"/>
              </a:ext>
            </a:extLst>
          </p:cNvPr>
          <p:cNvSpPr txBox="1"/>
          <p:nvPr/>
        </p:nvSpPr>
        <p:spPr>
          <a:xfrm>
            <a:off x="5829258" y="687852"/>
            <a:ext cx="23262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Dementia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E7803-4B9C-B0D9-72F8-0725CDDD3A3E}"/>
              </a:ext>
            </a:extLst>
          </p:cNvPr>
          <p:cNvSpPr txBox="1"/>
          <p:nvPr/>
        </p:nvSpPr>
        <p:spPr>
          <a:xfrm>
            <a:off x="4901294" y="1773250"/>
            <a:ext cx="547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2D9341-EB5A-EC68-3C92-10ECC302A9A7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721894" y="980240"/>
            <a:ext cx="11073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E009A6-D9E9-A691-0445-FE3940ABEFC8}"/>
              </a:ext>
            </a:extLst>
          </p:cNvPr>
          <p:cNvCxnSpPr>
            <a:cxnSpLocks/>
            <a:stCxn id="5" idx="1"/>
            <a:endCxn id="3" idx="2"/>
          </p:cNvCxnSpPr>
          <p:nvPr/>
        </p:nvCxnSpPr>
        <p:spPr>
          <a:xfrm flipH="1" flipV="1">
            <a:off x="3592843" y="1272627"/>
            <a:ext cx="1308453" cy="793011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C8D494F8-0981-6AD5-6EBB-183C80957FE3}"/>
              </a:ext>
            </a:extLst>
          </p:cNvPr>
          <p:cNvCxnSpPr>
            <a:cxnSpLocks/>
            <a:stCxn id="2" idx="0"/>
            <a:endCxn id="4" idx="0"/>
          </p:cNvCxnSpPr>
          <p:nvPr/>
        </p:nvCxnSpPr>
        <p:spPr>
          <a:xfrm rot="16200000" flipH="1">
            <a:off x="3933266" y="-2371280"/>
            <a:ext cx="20462" cy="6097802"/>
          </a:xfrm>
          <a:prstGeom prst="curvedConnector3">
            <a:avLst>
              <a:gd name="adj1" fmla="val -1671459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9B6E7C-F663-D26A-4483-2ACBB3E96119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448304" y="1247139"/>
            <a:ext cx="1306287" cy="81849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0EBBDC8-6403-3B88-72C2-E0F52BA3D2C3}"/>
              </a:ext>
            </a:extLst>
          </p:cNvPr>
          <p:cNvCxnSpPr>
            <a:cxnSpLocks/>
          </p:cNvCxnSpPr>
          <p:nvPr/>
        </p:nvCxnSpPr>
        <p:spPr>
          <a:xfrm>
            <a:off x="1730330" y="980240"/>
            <a:ext cx="59277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943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6529D-F158-A4E8-D2F3-59EA65CF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66366-2BEA-DA71-2765-322CE11E2900}"/>
              </a:ext>
            </a:extLst>
          </p:cNvPr>
          <p:cNvSpPr txBox="1"/>
          <p:nvPr/>
        </p:nvSpPr>
        <p:spPr>
          <a:xfrm>
            <a:off x="15990" y="667390"/>
            <a:ext cx="175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3200" dirty="0" err="1">
                <a:latin typeface="Arial" panose="020B0604020202020204" pitchFamily="34" charset="0"/>
                <a:cs typeface="Arial" panose="020B0604020202020204" pitchFamily="34" charset="0"/>
              </a:rPr>
              <a:t>Stroke</a:t>
            </a:r>
            <a:r>
              <a:rPr lang="es-BO" sz="3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EF3E47-44FF-63EF-F690-ECCD7DA28006}"/>
              </a:ext>
            </a:extLst>
          </p:cNvPr>
          <p:cNvSpPr txBox="1"/>
          <p:nvPr/>
        </p:nvSpPr>
        <p:spPr>
          <a:xfrm>
            <a:off x="2463791" y="687852"/>
            <a:ext cx="2258103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Death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3472D-02A5-B038-C13B-67414E21DA7B}"/>
              </a:ext>
            </a:extLst>
          </p:cNvPr>
          <p:cNvSpPr txBox="1"/>
          <p:nvPr/>
        </p:nvSpPr>
        <p:spPr>
          <a:xfrm>
            <a:off x="5829258" y="687852"/>
            <a:ext cx="23262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Dementia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10397-5048-5C57-4D41-B63A4BC2F99B}"/>
              </a:ext>
            </a:extLst>
          </p:cNvPr>
          <p:cNvSpPr txBox="1"/>
          <p:nvPr/>
        </p:nvSpPr>
        <p:spPr>
          <a:xfrm>
            <a:off x="4901294" y="1773250"/>
            <a:ext cx="547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195257-11A2-4755-0848-D5FE460D72D4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721894" y="980240"/>
            <a:ext cx="11073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4C4B165-418E-05FC-63B2-A7AF2AA6EE86}"/>
              </a:ext>
            </a:extLst>
          </p:cNvPr>
          <p:cNvCxnSpPr>
            <a:cxnSpLocks/>
            <a:stCxn id="5" idx="1"/>
            <a:endCxn id="3" idx="2"/>
          </p:cNvCxnSpPr>
          <p:nvPr/>
        </p:nvCxnSpPr>
        <p:spPr>
          <a:xfrm flipH="1" flipV="1">
            <a:off x="3592843" y="1272627"/>
            <a:ext cx="1308453" cy="793011"/>
          </a:xfrm>
          <a:prstGeom prst="straightConnector1">
            <a:avLst/>
          </a:prstGeom>
          <a:ln w="28575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5C1FCD1B-8F5F-9FFF-517C-D1BB5962DB6E}"/>
              </a:ext>
            </a:extLst>
          </p:cNvPr>
          <p:cNvCxnSpPr>
            <a:cxnSpLocks/>
            <a:stCxn id="2" idx="0"/>
            <a:endCxn id="4" idx="0"/>
          </p:cNvCxnSpPr>
          <p:nvPr/>
        </p:nvCxnSpPr>
        <p:spPr>
          <a:xfrm rot="16200000" flipH="1">
            <a:off x="3933266" y="-2371280"/>
            <a:ext cx="20462" cy="6097802"/>
          </a:xfrm>
          <a:prstGeom prst="curvedConnector3">
            <a:avLst>
              <a:gd name="adj1" fmla="val -1671459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53858E-CFB5-444E-F468-173D68CA089F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448304" y="1247139"/>
            <a:ext cx="1306287" cy="818499"/>
          </a:xfrm>
          <a:prstGeom prst="straightConnector1">
            <a:avLst/>
          </a:prstGeom>
          <a:ln w="28575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73C5D32-55DF-DEE6-3B83-CCF945E5414E}"/>
              </a:ext>
            </a:extLst>
          </p:cNvPr>
          <p:cNvCxnSpPr>
            <a:cxnSpLocks/>
          </p:cNvCxnSpPr>
          <p:nvPr/>
        </p:nvCxnSpPr>
        <p:spPr>
          <a:xfrm>
            <a:off x="1730330" y="980240"/>
            <a:ext cx="592770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980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9D7A7-80FB-6979-9580-596A7AC9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BA59EF-BBCF-759E-F4A5-856652256CFD}"/>
              </a:ext>
            </a:extLst>
          </p:cNvPr>
          <p:cNvSpPr txBox="1"/>
          <p:nvPr/>
        </p:nvSpPr>
        <p:spPr>
          <a:xfrm>
            <a:off x="15990" y="667390"/>
            <a:ext cx="175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3200" dirty="0" err="1">
                <a:latin typeface="Arial" panose="020B0604020202020204" pitchFamily="34" charset="0"/>
                <a:cs typeface="Arial" panose="020B0604020202020204" pitchFamily="34" charset="0"/>
              </a:rPr>
              <a:t>Stroke</a:t>
            </a:r>
            <a:r>
              <a:rPr lang="es-BO" sz="3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9B98D-F65F-31BD-08DD-64109D039CA1}"/>
              </a:ext>
            </a:extLst>
          </p:cNvPr>
          <p:cNvSpPr txBox="1"/>
          <p:nvPr/>
        </p:nvSpPr>
        <p:spPr>
          <a:xfrm>
            <a:off x="2463791" y="687852"/>
            <a:ext cx="2258103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Death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B75CB-A77C-B1B5-E39A-EB4C10D3BE88}"/>
              </a:ext>
            </a:extLst>
          </p:cNvPr>
          <p:cNvSpPr txBox="1"/>
          <p:nvPr/>
        </p:nvSpPr>
        <p:spPr>
          <a:xfrm>
            <a:off x="5829258" y="687852"/>
            <a:ext cx="23262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Dementia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D2005-6D01-35A5-CB7C-C9C88610C981}"/>
              </a:ext>
            </a:extLst>
          </p:cNvPr>
          <p:cNvSpPr txBox="1"/>
          <p:nvPr/>
        </p:nvSpPr>
        <p:spPr>
          <a:xfrm>
            <a:off x="4901294" y="1773250"/>
            <a:ext cx="547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A9D0AE-C316-D41C-FDDA-BC22D5423B6D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721894" y="980240"/>
            <a:ext cx="11073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BACAD4-4CCF-5D67-A0D5-E7B6184EE66B}"/>
              </a:ext>
            </a:extLst>
          </p:cNvPr>
          <p:cNvCxnSpPr>
            <a:cxnSpLocks/>
            <a:stCxn id="5" idx="1"/>
            <a:endCxn id="3" idx="2"/>
          </p:cNvCxnSpPr>
          <p:nvPr/>
        </p:nvCxnSpPr>
        <p:spPr>
          <a:xfrm flipH="1" flipV="1">
            <a:off x="3592843" y="1272627"/>
            <a:ext cx="1308453" cy="793011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058C8540-9272-69F0-2E5C-E9D2F06BE21B}"/>
              </a:ext>
            </a:extLst>
          </p:cNvPr>
          <p:cNvCxnSpPr>
            <a:cxnSpLocks/>
            <a:stCxn id="2" idx="0"/>
            <a:endCxn id="4" idx="0"/>
          </p:cNvCxnSpPr>
          <p:nvPr/>
        </p:nvCxnSpPr>
        <p:spPr>
          <a:xfrm rot="16200000" flipH="1">
            <a:off x="3933266" y="-2371280"/>
            <a:ext cx="20462" cy="6097802"/>
          </a:xfrm>
          <a:prstGeom prst="curvedConnector3">
            <a:avLst>
              <a:gd name="adj1" fmla="val -1671459"/>
            </a:avLst>
          </a:prstGeom>
          <a:ln w="285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65319B-36FF-6DAF-817E-E5E4BFD51D1C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448304" y="1247139"/>
            <a:ext cx="1306287" cy="81849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489733D-6F55-9DA5-781E-A20632944483}"/>
              </a:ext>
            </a:extLst>
          </p:cNvPr>
          <p:cNvCxnSpPr>
            <a:cxnSpLocks/>
          </p:cNvCxnSpPr>
          <p:nvPr/>
        </p:nvCxnSpPr>
        <p:spPr>
          <a:xfrm>
            <a:off x="1730330" y="980240"/>
            <a:ext cx="59277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79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801BB-00BD-4F18-D1D9-F10AA6C2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4FEBD0-189C-5B6A-A5D2-CACBFCC078C2}"/>
              </a:ext>
            </a:extLst>
          </p:cNvPr>
          <p:cNvSpPr txBox="1"/>
          <p:nvPr/>
        </p:nvSpPr>
        <p:spPr>
          <a:xfrm>
            <a:off x="15990" y="667390"/>
            <a:ext cx="175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3200" dirty="0" err="1">
                <a:latin typeface="Arial" panose="020B0604020202020204" pitchFamily="34" charset="0"/>
                <a:cs typeface="Arial" panose="020B0604020202020204" pitchFamily="34" charset="0"/>
              </a:rPr>
              <a:t>Stroke</a:t>
            </a:r>
            <a:r>
              <a:rPr lang="es-BO" sz="3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FA30-8E2B-C63E-9D28-2B12C698E980}"/>
              </a:ext>
            </a:extLst>
          </p:cNvPr>
          <p:cNvSpPr txBox="1"/>
          <p:nvPr/>
        </p:nvSpPr>
        <p:spPr>
          <a:xfrm>
            <a:off x="2463791" y="687852"/>
            <a:ext cx="2258103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Death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6D93A-4DB7-BF25-A775-B292CDD619E9}"/>
              </a:ext>
            </a:extLst>
          </p:cNvPr>
          <p:cNvSpPr txBox="1"/>
          <p:nvPr/>
        </p:nvSpPr>
        <p:spPr>
          <a:xfrm>
            <a:off x="5829258" y="687852"/>
            <a:ext cx="23262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Dementia</a:t>
            </a:r>
            <a:r>
              <a:rPr lang="es-BO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99CE47-1EFE-337E-489E-898D12A6FD4A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3592843" y="1272627"/>
            <a:ext cx="1308453" cy="793011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119BBE9D-282C-13B6-4560-EED6EEE2D6BB}"/>
              </a:ext>
            </a:extLst>
          </p:cNvPr>
          <p:cNvCxnSpPr>
            <a:cxnSpLocks/>
            <a:stCxn id="2" idx="0"/>
            <a:endCxn id="4" idx="0"/>
          </p:cNvCxnSpPr>
          <p:nvPr/>
        </p:nvCxnSpPr>
        <p:spPr>
          <a:xfrm rot="16200000" flipH="1">
            <a:off x="3933266" y="-2371280"/>
            <a:ext cx="20462" cy="6097802"/>
          </a:xfrm>
          <a:prstGeom prst="curvedConnector3">
            <a:avLst>
              <a:gd name="adj1" fmla="val -1671459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2E43C4-553E-9291-ECE5-9050CE5DC71E}"/>
              </a:ext>
            </a:extLst>
          </p:cNvPr>
          <p:cNvCxnSpPr>
            <a:cxnSpLocks/>
          </p:cNvCxnSpPr>
          <p:nvPr/>
        </p:nvCxnSpPr>
        <p:spPr>
          <a:xfrm flipV="1">
            <a:off x="5448304" y="1247139"/>
            <a:ext cx="1306287" cy="81849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CB3036-1C78-3919-4BFD-81FC3F709C78}"/>
              </a:ext>
            </a:extLst>
          </p:cNvPr>
          <p:cNvCxnSpPr>
            <a:cxnSpLocks/>
          </p:cNvCxnSpPr>
          <p:nvPr/>
        </p:nvCxnSpPr>
        <p:spPr>
          <a:xfrm>
            <a:off x="1730330" y="980240"/>
            <a:ext cx="59277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915095-9C07-D906-1F07-9C934DA3345A}"/>
              </a:ext>
            </a:extLst>
          </p:cNvPr>
          <p:cNvSpPr txBox="1"/>
          <p:nvPr/>
        </p:nvSpPr>
        <p:spPr>
          <a:xfrm>
            <a:off x="4901296" y="1857496"/>
            <a:ext cx="547008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560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4F080-A5A4-61E0-B089-2FB1779C8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39CFF8-448F-CABF-FAB2-25941517BFA9}"/>
              </a:ext>
            </a:extLst>
          </p:cNvPr>
          <p:cNvSpPr txBox="1"/>
          <p:nvPr/>
        </p:nvSpPr>
        <p:spPr>
          <a:xfrm>
            <a:off x="957072" y="703183"/>
            <a:ext cx="15520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Racism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AAB01-BAA1-5E20-7B63-2A761879260E}"/>
              </a:ext>
            </a:extLst>
          </p:cNvPr>
          <p:cNvSpPr txBox="1"/>
          <p:nvPr/>
        </p:nvSpPr>
        <p:spPr>
          <a:xfrm>
            <a:off x="3377989" y="749895"/>
            <a:ext cx="1864394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dirty="0" err="1">
                <a:latin typeface="Arial" panose="020B0604020202020204" pitchFamily="34" charset="0"/>
                <a:cs typeface="Arial" panose="020B0604020202020204" pitchFamily="34" charset="0"/>
              </a:rPr>
              <a:t>Death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E2E78-42C0-729C-9B4D-4172A0329102}"/>
              </a:ext>
            </a:extLst>
          </p:cNvPr>
          <p:cNvSpPr txBox="1"/>
          <p:nvPr/>
        </p:nvSpPr>
        <p:spPr>
          <a:xfrm>
            <a:off x="6023222" y="687852"/>
            <a:ext cx="19383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BO" sz="3200" dirty="0">
                <a:latin typeface="Arial" panose="020B0604020202020204" pitchFamily="34" charset="0"/>
                <a:cs typeface="Arial" panose="020B0604020202020204" pitchFamily="34" charset="0"/>
              </a:rPr>
              <a:t>Dementia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1F7814-C939-4550-AFDB-8F88D2262DB6}"/>
              </a:ext>
            </a:extLst>
          </p:cNvPr>
          <p:cNvSpPr txBox="1"/>
          <p:nvPr/>
        </p:nvSpPr>
        <p:spPr>
          <a:xfrm>
            <a:off x="5749718" y="1814966"/>
            <a:ext cx="547008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BO" sz="3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6C0EF8-0699-5AB4-2F54-26D254171867}"/>
              </a:ext>
            </a:extLst>
          </p:cNvPr>
          <p:cNvCxnSpPr>
            <a:cxnSpLocks/>
            <a:stCxn id="5" idx="1"/>
            <a:endCxn id="3" idx="2"/>
          </p:cNvCxnSpPr>
          <p:nvPr/>
        </p:nvCxnSpPr>
        <p:spPr>
          <a:xfrm flipH="1" flipV="1">
            <a:off x="4310186" y="1334670"/>
            <a:ext cx="1439532" cy="772684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53756EAD-0ABA-04B4-7DC1-6BD717E9ED6E}"/>
              </a:ext>
            </a:extLst>
          </p:cNvPr>
          <p:cNvCxnSpPr>
            <a:cxnSpLocks/>
            <a:stCxn id="2" idx="0"/>
            <a:endCxn id="4" idx="0"/>
          </p:cNvCxnSpPr>
          <p:nvPr/>
        </p:nvCxnSpPr>
        <p:spPr>
          <a:xfrm rot="5400000" flipH="1" flipV="1">
            <a:off x="4355077" y="-1934138"/>
            <a:ext cx="15331" cy="5259312"/>
          </a:xfrm>
          <a:prstGeom prst="curvedConnector3">
            <a:avLst>
              <a:gd name="adj1" fmla="val 15910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E88C65-C09C-6FD9-5598-2E6FBE27069C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6296726" y="1272627"/>
            <a:ext cx="695672" cy="834727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C1C8B1-D660-0313-53D4-D1AC094CDF0D}"/>
              </a:ext>
            </a:extLst>
          </p:cNvPr>
          <p:cNvCxnSpPr>
            <a:cxnSpLocks/>
          </p:cNvCxnSpPr>
          <p:nvPr/>
        </p:nvCxnSpPr>
        <p:spPr>
          <a:xfrm flipV="1">
            <a:off x="2509100" y="1042282"/>
            <a:ext cx="806882" cy="25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77047FB3-A353-C0D5-1A1C-3F672EAF8653}"/>
              </a:ext>
            </a:extLst>
          </p:cNvPr>
          <p:cNvCxnSpPr>
            <a:cxnSpLocks/>
            <a:stCxn id="2" idx="2"/>
          </p:cNvCxnSpPr>
          <p:nvPr/>
        </p:nvCxnSpPr>
        <p:spPr>
          <a:xfrm rot="16200000" flipH="1">
            <a:off x="3117072" y="-96028"/>
            <a:ext cx="915492" cy="3683464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1F11FF-267D-2644-083E-A0DE2877DC26}"/>
              </a:ext>
            </a:extLst>
          </p:cNvPr>
          <p:cNvCxnSpPr>
            <a:cxnSpLocks/>
          </p:cNvCxnSpPr>
          <p:nvPr/>
        </p:nvCxnSpPr>
        <p:spPr>
          <a:xfrm flipV="1">
            <a:off x="5332322" y="995571"/>
            <a:ext cx="806882" cy="25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94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</TotalTime>
  <Words>44</Words>
  <Application>Microsoft Macintosh PowerPoint</Application>
  <PresentationFormat>Custom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lrojas-saunero</dc:creator>
  <cp:lastModifiedBy>Liliana Rojas Saunero</cp:lastModifiedBy>
  <cp:revision>10</cp:revision>
  <dcterms:created xsi:type="dcterms:W3CDTF">2023-01-31T22:12:56Z</dcterms:created>
  <dcterms:modified xsi:type="dcterms:W3CDTF">2026-01-20T15:19:05Z</dcterms:modified>
</cp:coreProperties>
</file>